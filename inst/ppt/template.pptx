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6858000" cy="9906000" type="A4"/>
  <p:notesSz cx="6858000" cy="9144000"/>
  <p:custDataLst>
    <p:tags r:id="rId3"/>
  </p:custDataLst>
  <p:defaultTextStyle>
    <a:defPPr>
      <a:defRPr lang="en-US"/>
    </a:defPPr>
    <a:lvl1pPr marL="0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1pPr>
    <a:lvl2pPr marL="478908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2pPr>
    <a:lvl3pPr marL="957816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3pPr>
    <a:lvl4pPr marL="1436724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4pPr>
    <a:lvl5pPr marL="1915631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5pPr>
    <a:lvl6pPr marL="2394539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6pPr>
    <a:lvl7pPr marL="2873447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7pPr>
    <a:lvl8pPr marL="3352355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8pPr>
    <a:lvl9pPr marL="3831263" algn="l" defTabSz="957816" rtl="0" eaLnBrk="1" latinLnBrk="0" hangingPunct="1">
      <a:defRPr sz="18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8"/>
  </p:normalViewPr>
  <p:slideViewPr>
    <p:cSldViewPr>
      <p:cViewPr varScale="1">
        <p:scale>
          <a:sx n="73" d="100"/>
          <a:sy n="73" d="100"/>
        </p:scale>
        <p:origin x="1614" y="6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81"/>
            <a:ext cx="5829300" cy="21233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3"/>
            <a:ext cx="5829300" cy="1967442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2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2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3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4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4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5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311401"/>
            <a:ext cx="3028950" cy="653750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1"/>
            <a:ext cx="3028950" cy="653750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7" indent="0">
              <a:buNone/>
              <a:defRPr sz="1500" b="1"/>
            </a:lvl2pPr>
            <a:lvl3pPr marL="685814" indent="0">
              <a:buNone/>
              <a:defRPr sz="1350" b="1"/>
            </a:lvl3pPr>
            <a:lvl4pPr marL="1028721" indent="0">
              <a:buNone/>
              <a:defRPr sz="1200" b="1"/>
            </a:lvl4pPr>
            <a:lvl5pPr marL="1371627" indent="0">
              <a:buNone/>
              <a:defRPr sz="1200" b="1"/>
            </a:lvl5pPr>
            <a:lvl6pPr marL="1714534" indent="0">
              <a:buNone/>
              <a:defRPr sz="1200" b="1"/>
            </a:lvl6pPr>
            <a:lvl7pPr marL="2057441" indent="0">
              <a:buNone/>
              <a:defRPr sz="1200" b="1"/>
            </a:lvl7pPr>
            <a:lvl8pPr marL="2400348" indent="0">
              <a:buNone/>
              <a:defRPr sz="1200" b="1"/>
            </a:lvl8pPr>
            <a:lvl9pPr marL="274325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7" indent="0">
              <a:buNone/>
              <a:defRPr sz="1500" b="1"/>
            </a:lvl2pPr>
            <a:lvl3pPr marL="685814" indent="0">
              <a:buNone/>
              <a:defRPr sz="1350" b="1"/>
            </a:lvl3pPr>
            <a:lvl4pPr marL="1028721" indent="0">
              <a:buNone/>
              <a:defRPr sz="1200" b="1"/>
            </a:lvl4pPr>
            <a:lvl5pPr marL="1371627" indent="0">
              <a:buNone/>
              <a:defRPr sz="1200" b="1"/>
            </a:lvl5pPr>
            <a:lvl6pPr marL="1714534" indent="0">
              <a:buNone/>
              <a:defRPr sz="1200" b="1"/>
            </a:lvl6pPr>
            <a:lvl7pPr marL="2057441" indent="0">
              <a:buNone/>
              <a:defRPr sz="1200" b="1"/>
            </a:lvl7pPr>
            <a:lvl8pPr marL="2400348" indent="0">
              <a:buNone/>
              <a:defRPr sz="1200" b="1"/>
            </a:lvl8pPr>
            <a:lvl9pPr marL="2743255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700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1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5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11/05/2022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5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5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685814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80" indent="-257180" algn="l" defTabSz="685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24" indent="-214317" algn="l" defTabSz="685814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67" indent="-171453" algn="l" defTabSz="685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74" indent="-171453" algn="l" defTabSz="685814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1" indent="-171453" algn="l" defTabSz="685814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88" indent="-171453" algn="l" defTabSz="685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95" indent="-171453" algn="l" defTabSz="685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01" indent="-171453" algn="l" defTabSz="685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08" indent="-171453" algn="l" defTabSz="685814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7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4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1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7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34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41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8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55" algn="l" defTabSz="685814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subject/>
  <dc:creator/>
  <cp:keywords/>
  <dc:description/>
  <cp:lastModifiedBy>aviezerl</cp:lastModifiedBy>
  <cp:revision>5</cp:revision>
  <dcterms:created xsi:type="dcterms:W3CDTF">2017-02-13T16:18:36Z</dcterms:created>
  <dcterms:modified xsi:type="dcterms:W3CDTF">2026-04-14T14:59:04Z</dcterms:modified>
  <cp:category/>
</cp:coreProperties>
</file>